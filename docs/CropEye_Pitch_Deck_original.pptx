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5669280" cy="566928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40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CropEye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Computer Vision Crop Pathology &amp; Precision Spray Defense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4964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SaaS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CopyPasta  •  HackGrid 2026  •  500–5,000 Acre Commercial Farms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commercial farms can't out-scout blight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5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819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Yield Loss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01952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&amp; pest blight destroys a fifth to two-fifths of crop yield before symptoms are visible from a tractor cab.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9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183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0449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to Matter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364992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tissue testing takes 5–10 days. Blight can destroy an entire potato field in 48 hours.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13" name="Image 2" descr="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6469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5079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Guesswork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828032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drives blanket spraying — $45–90/acre wasted, soil health and EPA compliance both at risk.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60920" y="1600200"/>
            <a:ext cx="4279392" cy="1280160"/>
          </a:xfrm>
          <a:prstGeom prst="roundRect">
            <a:avLst>
              <a:gd name="adj" fmla="val 6429"/>
            </a:avLst>
          </a:prstGeom>
          <a:solidFill>
            <a:srgbClr val="13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60920" y="1709928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$220B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2313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crop pathogens every year, worldwide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60920" y="3108960"/>
            <a:ext cx="4279392" cy="1280160"/>
          </a:xfrm>
          <a:prstGeom prst="roundRect">
            <a:avLst>
              <a:gd name="adj" fmla="val 6429"/>
            </a:avLst>
          </a:prstGeom>
          <a:solidFill>
            <a:srgbClr val="13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60920" y="3218688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20–40%</a:t>
            </a:r>
            <a:endParaRPr lang="en-US" sz="3200" dirty="0"/>
          </a:p>
        </p:txBody>
      </p:sp>
      <p:sp>
        <p:nvSpPr>
          <p:cNvPr id="21" name="Text 16"/>
          <p:cNvSpPr txBox="1"/>
          <p:nvPr/>
        </p:nvSpPr>
        <p:spPr>
          <a:xfrm>
            <a:off x="7589520" y="382219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crop yield destroyed annually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360920" y="4617720"/>
            <a:ext cx="4279392" cy="1280160"/>
          </a:xfrm>
          <a:prstGeom prst="roundRect">
            <a:avLst>
              <a:gd name="adj" fmla="val 6429"/>
            </a:avLst>
          </a:prstGeom>
          <a:solidFill>
            <a:srgbClr val="13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60920" y="4727448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hrs</a:t>
            </a:r>
            <a:endParaRPr lang="en-US" sz="3200" dirty="0"/>
          </a:p>
        </p:txBody>
      </p:sp>
      <p:sp>
        <p:nvSpPr>
          <p:cNvPr id="24" name="Text 19"/>
          <p:cNvSpPr txBox="1"/>
          <p:nvPr/>
        </p:nvSpPr>
        <p:spPr>
          <a:xfrm>
            <a:off x="7589520" y="533095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blight to wreck a field — vs. a 5–10 day lab test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a single field photo to a dispatched, EPA-compliant spray order — with zero human clicks in between.”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6" name="Image 0" descr="icons/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2137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CV Diagnosis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38-class pathology model IDs the pathogen and severity straight from a phone or drone photo.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8745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21031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1" name="Image 1" descr="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82" y="22137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Zero-Click Autonomy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 runs ingestion → diagnosis → weather check → prescription → dispatch — no manual steps between.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6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45404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Not Guesswork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983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agronomy engine outputs the exact EPA tank-mix for this field, not a blanket spray.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35040" y="4114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63640" y="434340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1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445404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Trust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263640" y="4983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diagnosis is grounded against verified botanical reference data before any chemical order goes out.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 → five autonomous stages → a dispatched spray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56816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8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7190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photo/drone tile EXIF + GPS, bounds the field sector.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523744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624328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34056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34056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32504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16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71907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61488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Pathology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2761488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(38 classes) segments lesions, classifies pathogen + severity.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99432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700016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9744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80974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08192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24" name="Image 2" descr="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71907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837176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Correlation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4837176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Open-Meteo humidity/wind drives spore-risk &amp; drift-safety checks.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675120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6775704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85432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885432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183880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32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71907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12864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912864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agronomy engine computes the EPA tank-mix, grounded via Visual Vector RAG.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750808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30"/>
          <p:cNvSpPr/>
          <p:nvPr/>
        </p:nvSpPr>
        <p:spPr>
          <a:xfrm>
            <a:off x="8851392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961120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96112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10259568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40" name="Image 4" descr="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719072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988552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50" dirty="0"/>
          </a:p>
        </p:txBody>
      </p:sp>
      <p:sp>
        <p:nvSpPr>
          <p:cNvPr id="42" name="Text 35"/>
          <p:cNvSpPr txBox="1"/>
          <p:nvPr/>
        </p:nvSpPr>
        <p:spPr>
          <a:xfrm>
            <a:off x="8988552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GPS-mapped, EPA-compliant work-order ticket.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548640" y="3822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Vector RAG grounds Stage 4 against 14,200 USDA-ARS / Cornell botanical specimens via cosine similarity — no LLM text generation anywhere in the pipeline.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548640" y="43434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7724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Data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777240" y="4846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(TensorFlow.js, client-side)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Vector RAG — cosine similarity, USDA-ARS/Cornell specimens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live weather API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agronomy engine (lib/agronomy.ts)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6245352" y="43434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473952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49" name="Text 42"/>
          <p:cNvSpPr txBox="1"/>
          <p:nvPr/>
        </p:nvSpPr>
        <p:spPr>
          <a:xfrm>
            <a:off x="6473952" y="4846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TypeScript (strict)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HTML5 Canvas overlays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WebGL/WASM inference, &lt;150ms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 system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5" name="Image 0" descr="icons/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7565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Pathology CV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1576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lesion detection + severity % across 14 crop species.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06824" y="141732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459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0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066" y="175656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35424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Vector RAG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71576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Cosine-matches lesions to 14,200 verified specimens — zero LLM text.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65008" y="141732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459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5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175656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93608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Autonomy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71576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to dispatched work order, zero human clicks in between.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0" name="Image 3" descr="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08828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4617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Drift Lock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04748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spraying above 10 mph wind or high spore-spread risk.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06824" y="3749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35424" y="397764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5" name="Image 4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066" y="4088282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35424" y="4617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535424" y="504748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+ non-crop rejection before any chemical is prescribed.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065008" y="3749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93608" y="397764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0" name="Image 5" descr="icons/file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250" y="4088282"/>
            <a:ext cx="281635" cy="28163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93608" y="4617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Work-Order Dispatch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293608" y="504748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GPS-polygon, EPA-registered ticket exported in one click.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Justifications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See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9397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scan — the 5-stage pipeline animates live, start to finish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71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+ severity % render over the leaf canvas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4845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audit trail shows the matched botanical specimen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4256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tank-mix + wind-drift check generate automatically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0293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Work-order ticket exports — the ROI counter updates in real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Compliant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19672" y="219456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0139" y="2275027"/>
            <a:ext cx="204826" cy="20482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022592" y="21488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only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022592" y="24688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generative text/LLM calls anywhere in the pipeline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19672" y="315468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3235147"/>
            <a:ext cx="204826" cy="20482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22592" y="31089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7022592" y="34290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run, zero human clicks after trigger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19672" y="411480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39" y="4195267"/>
            <a:ext cx="204826" cy="20482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022592" y="4069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segment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7022592" y="43891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$349–599/mo for 500–5,000 acre family farms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519672" y="507492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5155387"/>
            <a:ext cx="204826" cy="20482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022592" y="50292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track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7022592" y="53492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exclusively for crop pathology &amp; spray defense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-210312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463040"/>
            <a:ext cx="914400" cy="91440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4" name="Image 0" descr="icons/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1664208"/>
            <a:ext cx="512064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6517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429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CopyPasta — ready for your toughest questions.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232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232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$34,200 saved / outbreak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8980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8980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chemical reduction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728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8728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&lt;150ms inference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88476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8476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5.4x LTV:CAC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2026-09-17T08:08:45Z</dcterms:created>
  <dcterms:modified xsi:type="dcterms:W3CDTF">2026-09-17T08:08:45Z</dcterms:modified>
</cp:coreProperties>
</file>